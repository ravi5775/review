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CampusWise Smart Hub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Integrated Campus Resource &amp; Workforce Management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Adabala Pavan (122210701103)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Department of CSE-AI&amp;DS | School of Technology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Apollo University, Chittoor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Review | 24th January 2026 | Academic Year 2024-2025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60020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CampusWise Smart Hub — Integrated Campus Resource &amp; Workforce Management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663440" y="1097280"/>
            <a:ext cx="73152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Primary Domain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846320" y="160020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Full-Stack Web Development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Educational Technology (EdTech)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Enterprise Resource Planning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Scope &amp; 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356616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3703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560320" y="356616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560320" y="3703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6032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663440" y="356616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663440" y="3703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500+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6344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Concurrent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766560" y="3566160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766560" y="37033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76656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Completion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EF3C7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Educational institutions face significant operational inefficiencies due to manual resource management processes, resulting in 15-25% resource underutilization, 8-12% energy wastage, scheduling conflicts affecting 20% of bookings, and delayed approval workflows averaging 3-5 business days.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Current System Limitations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310896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57200" y="310896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40080" y="32004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Resource Occupancy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62% utilization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₹4.2L annual waste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754880" y="310896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754880" y="310896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937760" y="32004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Energy Consumption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937760" y="3474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12% above optimal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₹3.8L excess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402336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40080" y="4114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Scheduling Conflicts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94 conflicts/month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156 hrs rescheduling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54880" y="4023360"/>
            <a:ext cx="40233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754880" y="402336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937760" y="4114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Approval Delays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937760" y="4389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3-5 days average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Event planning delays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Gaps Identified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Literature Review of 12 Research Papers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40080" y="1508760"/>
            <a:ext cx="7315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40080" y="15087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46304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Integration Deficiency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463040" y="1691640"/>
            <a:ext cx="7040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Existing systems operate in silos with no unified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57200" y="2057400"/>
            <a:ext cx="73152" cy="594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40080" y="2194560"/>
            <a:ext cx="7315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40080" y="21945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463040" y="21305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 Real-Time Updates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463040" y="2377440"/>
            <a:ext cx="7040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Most systems require manual refresh for synchronization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2743200"/>
            <a:ext cx="73152" cy="594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40080" y="2880360"/>
            <a:ext cx="7315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40080" y="28803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463040" y="28163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Poor Mobile Experience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63040" y="3063240"/>
            <a:ext cx="7040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Legacy systems lack responsive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57200" y="3429000"/>
            <a:ext cx="73152" cy="594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40080" y="3566160"/>
            <a:ext cx="7315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40080" y="35661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463040" y="35021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Limited 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463040" y="3749040"/>
            <a:ext cx="7040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Absence of predictive analytics for optimization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4114800"/>
            <a:ext cx="73152" cy="594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40080" y="4251960"/>
            <a:ext cx="73152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40080" y="42519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463040" y="4187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Security Vulnerabilities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463040" y="4434840"/>
            <a:ext cx="7040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Insecure token storage (localStorage exposure)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Objectives (SMART)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pecific: Develop 8 integrated modules for campus management   </a:t>
            </a: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easurable: 500+ users, &lt;2s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chievable: React, Node.js, PostgreSQL   </a:t>
            </a: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elevant: Real institutional needs   </a:t>
            </a: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ime-bound: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Primary 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48640" y="2514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97280" y="251460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 unified campus management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132320" y="25146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48640" y="286207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97280" y="2862072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 real-time booking (&lt;100ms latency)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132320" y="286207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3163824"/>
            <a:ext cx="822960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48640" y="320954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97280" y="320954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 HR workload management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132320" y="320954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3511296"/>
            <a:ext cx="822960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48640" y="35570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097280" y="355701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energy monitoring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132320" y="355701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3858768"/>
            <a:ext cx="822960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48640" y="390448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97280" y="390448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water management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132320" y="39044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48640" y="425196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97280" y="425196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 role-based access control (5 levels)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132320" y="42519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48640" y="45994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097280" y="4599432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Ensure secure JWT 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132320" y="45994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Completed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31520" y="13258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Frontend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31520" y="160020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React 18.3.1 + TypeScript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31520" y="181051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 Role-Based Dashboards, Real-Time UI Updates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57200" y="228600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Backend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31520" y="269748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31520" y="290779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RESTful APIs, WebSocket Server, JWT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57200" y="3383280"/>
            <a:ext cx="10972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Database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31520" y="379476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PostgreSQL 15.x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520" y="400507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Relational Schema, Transaction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Architectural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48640" y="4754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WebSocket for real-time synchronization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291840" y="4754880"/>
            <a:ext cx="2743200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383280" y="4754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Memory-only JWT storage (XSS prevention)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126480" y="4754880"/>
            <a:ext cx="2743200" cy="274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217920" y="4754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Modular microservices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Technologies &amp; Tools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0080" y="164592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React 18.3.1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0080" y="184708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TypeScript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0080" y="204825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Tailwind 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224942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Vite 5.x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245059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TanStack Query 5.83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846320" y="1188720"/>
            <a:ext cx="41148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029200" y="164592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Node.js 18.x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029200" y="184708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Express 4.x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029200" y="204825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WebSocket (ws 8.x)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029200" y="224942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JWT 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029200" y="245059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node-cron 4.2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2926080"/>
            <a:ext cx="41148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40080" y="338328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PostgreSQL 15.x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40080" y="358444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Parameterized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40080" y="378561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Transaction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846320" y="2926080"/>
            <a:ext cx="41148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846320" y="2926080"/>
            <a:ext cx="411480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846320" y="29260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UI/UX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029200" y="338328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shadcn/ui + Radix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029200" y="358444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React Hook Form 7.61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029200" y="378561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Recharts 2.15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029200" y="398678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Zod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🔒 Security: JWT (memory-only storage) • SQL Injection Prevention • Rate Limiting • RBAC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Implementation Progress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D1FAE5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Overall Completion: 100% (11/11 Core Modules)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57200" y="18288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548640" y="19019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468880" y="1901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21488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Login, JWT, RBAC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337560" y="18288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3429000" y="19019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349240" y="1901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429000" y="21488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role variants, KPIs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217920" y="18288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309360" y="19019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User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8229600" y="1901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309360" y="21488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CRUD, permissions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57200" y="25146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548640" y="25877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Staff/HR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2468880" y="25877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48640" y="28346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Workload tracking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337560" y="25146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3429000" y="25877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Venues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349240" y="25877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429000" y="28346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Room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217920" y="25146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309360" y="25877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Equipment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229600" y="25877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309360" y="28346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Asset tracking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57200" y="32004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548640" y="32735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Bookings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2468880" y="32735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" y="35204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Conflict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337560" y="32004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429000" y="32735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349240" y="32735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429000" y="35204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Real-time monitoring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217920" y="32004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6309360" y="32735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8229600" y="32735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309360" y="35204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Leak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38862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48640" y="39593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468880" y="39593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48640" y="42062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Compliance tracking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337560" y="3886200"/>
            <a:ext cx="27432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3429000" y="39593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349240" y="39593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429000" y="42062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Real-time alerts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217920" y="3886200"/>
            <a:ext cx="2743200" cy="5943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6309360" y="39593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229600" y="39593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309360" y="42062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Export (PDF pending)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1" name="Google Shape;2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FFFFFF">
              <a:alpha val="8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40080" y="18105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 Occupancy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474720" y="18105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62% → 80-90%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858000" y="18105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+18-28%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FFFFFF">
              <a:alpha val="8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40080" y="23591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Energy 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474720" y="2359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Baseline → 5-8% reduction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858000" y="23591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₹3-5L/year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>
              <a:alpha val="8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640080" y="29077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Approval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474720" y="29077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3-5 days → &lt;24 hours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858000" y="290779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95% faster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FFFFF">
              <a:alpha val="8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640080" y="34564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Scheduling Conflicts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474720" y="34564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94/month → &lt;47/month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858000" y="34564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50%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023360"/>
            <a:ext cx="8229600" cy="274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School of Technology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 - AI&amp;DS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Apollo University, Chittoor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